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05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4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26500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26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4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60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5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9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286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07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86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Datos - Ventas de Supermercado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A2F4F05-707E-3A65-4835-7ACD07A6E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Descripción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Los datos muestran ventas realizadas entre el 1 de enero y el 4 de febrero de 2024.</a:t>
            </a:r>
          </a:p>
          <a:p>
            <a:r>
              <a:t>Cada fila representa una transacción con información del pedido, fechas, cliente y montos.</a:t>
            </a:r>
          </a:p>
          <a:p>
            <a:r>
              <a:t>A simple vista, los datos se ven ordenados y sin errores visibles.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Atributos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Número de pedido</a:t>
            </a:r>
          </a:p>
          <a:p>
            <a:r>
              <a:t>- Fechas de compra y envío</a:t>
            </a:r>
          </a:p>
          <a:p>
            <a:r>
              <a:t>- Nombre del cliente</a:t>
            </a:r>
          </a:p>
          <a:p>
            <a:r>
              <a:t>- Precio por producto</a:t>
            </a:r>
          </a:p>
          <a:p>
            <a:r>
              <a:t>- Cantidad comprada</a:t>
            </a:r>
          </a:p>
          <a:p>
            <a:r>
              <a:t>- Impuesto aplicado (10%)</a:t>
            </a:r>
          </a:p>
          <a:p>
            <a:r>
              <a:t>- Total final del pedido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Patrones observados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Los precios siguen valores fijos, lo que indica un catálogo predefinido.</a:t>
            </a:r>
          </a:p>
          <a:p>
            <a:r>
              <a:t>• Los productos baratos se compran en mayor cantidad.</a:t>
            </a:r>
          </a:p>
          <a:p>
            <a:r>
              <a:t>• Los más caros se adquieren de forma individual.</a:t>
            </a:r>
          </a:p>
          <a:p>
            <a:r>
              <a:t>• El tiempo entre compra y envío es de 1 a 3 días.</a:t>
            </a:r>
          </a:p>
          <a:p>
            <a:r>
              <a:t>• Algunos clientes aparecen varias veces (compras frecuentes).</a:t>
            </a:r>
          </a:p>
          <a:p>
            <a:r>
              <a:t>• Las ventas se mantienen estables sin cambios bruscos.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conjunto de datos refleja un sistema de ventas organizado y constante.</a:t>
            </a:r>
          </a:p>
          <a:p>
            <a:r>
              <a:t>Los patrones observados muestran eficiencia en entregas, clientes fieles y una relación clara entre precios y cantidad comprada.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</TotalTime>
  <Words>195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Schoolbook</vt:lpstr>
      <vt:lpstr>Wingdings 2</vt:lpstr>
      <vt:lpstr>View</vt:lpstr>
      <vt:lpstr>Análisis de Datos - Ventas de Supermercado</vt:lpstr>
      <vt:lpstr>Descripción general</vt:lpstr>
      <vt:lpstr>Atributos principales</vt:lpstr>
      <vt:lpstr>Patrones observados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Erika Janet Dueñas Cueva</cp:lastModifiedBy>
  <cp:revision>2</cp:revision>
  <dcterms:created xsi:type="dcterms:W3CDTF">2013-01-27T09:14:16Z</dcterms:created>
  <dcterms:modified xsi:type="dcterms:W3CDTF">2025-11-04T04:08:28Z</dcterms:modified>
  <cp:category/>
</cp:coreProperties>
</file>