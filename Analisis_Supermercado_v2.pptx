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24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7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4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89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4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63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4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26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92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9609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97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07931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92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50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0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24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Análisis de Ventas - Supermercado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Descripción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conjunto de datos recoge las ventas del supermercado entre el 1 de enero y el 4 de febrero de 2024.</a:t>
            </a:r>
          </a:p>
          <a:p>
            <a:r>
              <a:t>Cada registro representa una transacción individual con información sobre fechas, clientes y montos.</a:t>
            </a:r>
          </a:p>
          <a:p>
            <a:r>
              <a:t>En general, los datos son claros y no muestran errores visibles.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Atributos del conjunto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Número de pedido</a:t>
            </a:r>
          </a:p>
          <a:p>
            <a:r>
              <a:t>- Fechas de orden y envío</a:t>
            </a:r>
          </a:p>
          <a:p>
            <a:r>
              <a:t>- Nombre del cliente</a:t>
            </a:r>
          </a:p>
          <a:p>
            <a:r>
              <a:t>- Precio unitario</a:t>
            </a:r>
          </a:p>
          <a:p>
            <a:r>
              <a:t>- Cantidad comprada</a:t>
            </a:r>
          </a:p>
          <a:p>
            <a:r>
              <a:t>- Impuesto aplicado (10%)</a:t>
            </a:r>
          </a:p>
          <a:p>
            <a:r>
              <a:t>- Total final de la venta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Patrones encontrados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Los precios siguen valores fijos (19.99, 29.99, 49.99, etc.), lo que sugiere un catálogo definido.</a:t>
            </a:r>
          </a:p>
          <a:p>
            <a:r>
              <a:t>• Los productos de menor precio se compran en mayores cantidades.</a:t>
            </a:r>
          </a:p>
          <a:p>
            <a:r>
              <a:t>• Los artículos más costosos se adquieren en menor número.</a:t>
            </a:r>
          </a:p>
          <a:p>
            <a:r>
              <a:t>• El tiempo entre la compra y el envío suele ser de 1 a 3 días.</a:t>
            </a:r>
          </a:p>
          <a:p>
            <a:r>
              <a:t>• Algunos clientes repiten pedidos, reflejando compras frecuentes.</a:t>
            </a:r>
          </a:p>
          <a:p>
            <a:r>
              <a:t>• El volumen de ventas se mantiene estable sin picos notorios.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análisis muestra un sistema de ventas ordenado y constante.</a:t>
            </a:r>
          </a:p>
          <a:p>
            <a:r>
              <a:t>Los datos reflejan eficiencia en los envíos, clientes recurrentes y una relación clara entre los precios del catálogo y las cantidades compradas.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214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Análisis de Ventas - Supermercado</vt:lpstr>
      <vt:lpstr>Descripción general</vt:lpstr>
      <vt:lpstr>Atributos del conjunto</vt:lpstr>
      <vt:lpstr>Patrones encontrados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Erika Janet Dueñas Cueva</cp:lastModifiedBy>
  <cp:revision>2</cp:revision>
  <dcterms:created xsi:type="dcterms:W3CDTF">2013-01-27T09:14:16Z</dcterms:created>
  <dcterms:modified xsi:type="dcterms:W3CDTF">2025-11-04T04:09:46Z</dcterms:modified>
  <cp:category/>
</cp:coreProperties>
</file>